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4" r:id="rId10"/>
    <p:sldId id="266" r:id="rId11"/>
  </p:sldIdLst>
  <p:sldSz cx="9144000" cy="5143500" type="screen16x9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743252-C24E-479E-9FD3-B9AC15E3738B}">
  <a:tblStyle styleId="{0B743252-C24E-479E-9FD3-B9AC15E373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99df10e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99df10e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99df10e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99df10e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a99df10e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a99df10e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99df10e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99df10e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a99df10e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a99df10e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99df10e2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a99df10e2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99df10e2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a99df10e2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1C78210-2566-42FF-BEA0-D426CEF98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99df10e2_0_61:notes">
            <a:extLst>
              <a:ext uri="{FF2B5EF4-FFF2-40B4-BE49-F238E27FC236}">
                <a16:creationId xmlns:a16="http://schemas.microsoft.com/office/drawing/2014/main" id="{642FE4CB-A3C0-9559-3955-0F6620328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a99df10e2_0_61:notes">
            <a:extLst>
              <a:ext uri="{FF2B5EF4-FFF2-40B4-BE49-F238E27FC236}">
                <a16:creationId xmlns:a16="http://schemas.microsoft.com/office/drawing/2014/main" id="{0FDFEC01-7D44-370C-AE46-E0FC45A3B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059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99df10e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a99df10e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99df10e2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a99df10e2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HEALTHTECH</a:t>
            </a:r>
            <a:endParaRPr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311700" y="2677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CODERUNNER</a:t>
            </a:r>
            <a:endParaRPr sz="2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2596499652"/>
              </p:ext>
            </p:extLst>
          </p:nvPr>
        </p:nvGraphicFramePr>
        <p:xfrm>
          <a:off x="952500" y="4302575"/>
          <a:ext cx="7239000" cy="335250"/>
        </p:xfrm>
        <a:graphic>
          <a:graphicData uri="http://schemas.openxmlformats.org/drawingml/2006/table">
            <a:tbl>
              <a:tblPr>
                <a:noFill/>
                <a:tableStyleId>{0B743252-C24E-479E-9FD3-B9AC15E3738B}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DEEP SATPUTE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TEJAS AGRAWAL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MAYUR KOLAKAR 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SUSHANT PAWAR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418900" y="135315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Inter"/>
                <a:ea typeface="Inter"/>
                <a:cs typeface="Inter"/>
                <a:sym typeface="Inter"/>
              </a:rPr>
              <a:t>A picture of your team!</a:t>
            </a:r>
            <a:endParaRPr sz="1800" b="1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>
            <a:spLocks noGrp="1"/>
          </p:cNvSpPr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1"/>
          </p:nvPr>
        </p:nvSpPr>
        <p:spPr>
          <a:xfrm>
            <a:off x="812600" y="2026700"/>
            <a:ext cx="6454200" cy="20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/>
            <a:r>
              <a:rPr lang="en-US" dirty="0">
                <a:solidFill>
                  <a:schemeClr val="bg1"/>
                </a:solidFill>
              </a:rPr>
              <a:t>Manage unpredictable surges in patients during festivals, pollution spikes, or epidemics with an Al agent that autonomously analyzes data and recommends staffing, supply, and patient advisory actions in advance</a:t>
            </a:r>
            <a:endParaRPr sz="2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>
            <a:spLocks noGrp="1"/>
          </p:cNvSpPr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1"/>
          </p:nvPr>
        </p:nvSpPr>
        <p:spPr>
          <a:xfrm>
            <a:off x="812600" y="2026700"/>
            <a:ext cx="6454200" cy="20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/>
            <a:r>
              <a:rPr lang="en-IN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Real-time AI data fetches live AQI, weather, disease info from internet (CPCB, </a:t>
            </a:r>
            <a:r>
              <a:rPr lang="en-IN" sz="2000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IQAir</a:t>
            </a:r>
            <a:r>
              <a:rPr lang="en-IN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, IMD)Intelligent prediction model with formulas: base cases + AQI impact + weather + </a:t>
            </a:r>
            <a:r>
              <a:rPr lang="en-IN" sz="2000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festivalsAuto</a:t>
            </a:r>
            <a:r>
              <a:rPr lang="en-IN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-generates staffing/supply recommendations when risk is </a:t>
            </a:r>
            <a:r>
              <a:rPr lang="en-IN" sz="2000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highAuto</a:t>
            </a:r>
            <a:r>
              <a:rPr lang="en-IN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-creates alerts for critical pollution or surge </a:t>
            </a:r>
            <a:r>
              <a:rPr lang="en-IN" sz="2000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conditionsEnhanced</a:t>
            </a:r>
            <a:r>
              <a:rPr lang="en-IN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AI Agent with better prompts, quick actions, and Hindi </a:t>
            </a:r>
            <a:r>
              <a:rPr lang="en-IN" sz="2000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supportLive</a:t>
            </a:r>
            <a:r>
              <a:rPr lang="en-IN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data banner showing current conditions on </a:t>
            </a:r>
            <a:r>
              <a:rPr lang="en-IN" sz="2000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dashboardVoice</a:t>
            </a:r>
            <a:r>
              <a:rPr lang="en-IN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input/output preserved in both English and Hindi</a:t>
            </a:r>
            <a:endParaRPr sz="2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>
            <a:spLocks noGrp="1"/>
          </p:cNvSpPr>
          <p:nvPr>
            <p:ph type="subTitle" idx="1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1</a:t>
            </a:r>
            <a:endParaRPr sz="14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D890AA-3362-FA85-F4D8-4336F7748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52" y="695830"/>
            <a:ext cx="7135741" cy="37518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>
            <a:spLocks noGrp="1"/>
          </p:cNvSpPr>
          <p:nvPr>
            <p:ph type="subTitle" idx="1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2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CEBDF2-4F6A-6D9D-38D7-DE9974E54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978" y="646268"/>
            <a:ext cx="6603607" cy="36216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07EA89-4065-5E5D-8265-B483F64DEC5C}"/>
              </a:ext>
            </a:extLst>
          </p:cNvPr>
          <p:cNvSpPr txBox="1"/>
          <p:nvPr/>
        </p:nvSpPr>
        <p:spPr>
          <a:xfrm>
            <a:off x="3251964" y="4267934"/>
            <a:ext cx="3078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MULTIPLE LANGUAGE SUPPORT 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>
            <a:spLocks noGrp="1"/>
          </p:cNvSpPr>
          <p:nvPr>
            <p:ph type="subTitle" idx="1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3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80B6E2-22DA-9D5B-E1C9-4B38E21CC4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167" y="775450"/>
            <a:ext cx="6567168" cy="36222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018DB21-214E-2499-62A6-BED0D1B6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 title="slides.png">
            <a:extLst>
              <a:ext uri="{FF2B5EF4-FFF2-40B4-BE49-F238E27FC236}">
                <a16:creationId xmlns:a16="http://schemas.microsoft.com/office/drawing/2014/main" id="{6B4D7F57-0522-5764-3641-2AAEA946165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>
            <a:extLst>
              <a:ext uri="{FF2B5EF4-FFF2-40B4-BE49-F238E27FC236}">
                <a16:creationId xmlns:a16="http://schemas.microsoft.com/office/drawing/2014/main" id="{FE9CBFB9-F703-5144-8B83-9D1564C0B6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4</a:t>
            </a:r>
            <a:endParaRPr sz="14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20">
            <a:extLst>
              <a:ext uri="{FF2B5EF4-FFF2-40B4-BE49-F238E27FC236}">
                <a16:creationId xmlns:a16="http://schemas.microsoft.com/office/drawing/2014/main" id="{841700E0-4108-ECC5-9950-47A55CC2E1E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medical management&#10;&#10;AI-generated content may be incorrect.">
            <a:extLst>
              <a:ext uri="{FF2B5EF4-FFF2-40B4-BE49-F238E27FC236}">
                <a16:creationId xmlns:a16="http://schemas.microsoft.com/office/drawing/2014/main" id="{3B40D0BF-6F88-566D-7739-EF6D5872E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13" y="809688"/>
            <a:ext cx="6522774" cy="354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31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>
            <a:spLocks noGrp="1"/>
          </p:cNvSpPr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Business Model</a:t>
            </a:r>
            <a:endParaRPr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812600" y="2026700"/>
            <a:ext cx="6454200" cy="26965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Monthly/annual SaaS subscriptions for hospitals, schools, industries, and smart cities.</a:t>
            </a:r>
            <a:endParaRPr lang="en-US" sz="2000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AI prediction APIs sold to developers and companies on a pay-per-use basis.</a:t>
            </a:r>
            <a:endParaRPr lang="en-US" sz="2000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Custom enterprise dashboards and alert systems for large organizations.</a:t>
            </a:r>
            <a:endParaRPr lang="en-US" sz="2000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Paid data analytics and forecast reports for health, pollution, and compliance.</a:t>
            </a:r>
            <a:endParaRPr lang="en-US" sz="2000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Consumer mobile app revenue through ads and premium features.</a:t>
            </a:r>
            <a:endParaRPr lang="en-US" sz="200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13909D-F77A-D469-0F21-507B9495AB9E}"/>
              </a:ext>
            </a:extLst>
          </p:cNvPr>
          <p:cNvSpPr txBox="1"/>
          <p:nvPr/>
        </p:nvSpPr>
        <p:spPr>
          <a:xfrm>
            <a:off x="2286000" y="2201988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energy, collaboration, creativity, mentorship, and non-stop innovation made </a:t>
            </a:r>
            <a:r>
              <a:rPr lang="en-US" dirty="0" err="1"/>
              <a:t>MumbaiHacks</a:t>
            </a:r>
            <a:r>
              <a:rPr lang="en-US" dirty="0"/>
              <a:t> 2025 my favorite experience.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3"/>
          <p:cNvSpPr txBox="1">
            <a:spLocks noGrp="1"/>
          </p:cNvSpPr>
          <p:nvPr>
            <p:ph type="subTitle" idx="1"/>
          </p:nvPr>
        </p:nvSpPr>
        <p:spPr>
          <a:xfrm>
            <a:off x="311700" y="2677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-US" sz="2000" dirty="0">
                <a:solidFill>
                  <a:schemeClr val="bg1"/>
                </a:solidFill>
              </a:rPr>
              <a:t>The energy, collaboration, creativity, mentorship, and non-stop innovation made </a:t>
            </a:r>
            <a:r>
              <a:rPr lang="en-US" sz="2000" dirty="0" err="1">
                <a:solidFill>
                  <a:schemeClr val="bg1"/>
                </a:solidFill>
              </a:rPr>
              <a:t>MumbaiHacks</a:t>
            </a:r>
            <a:r>
              <a:rPr lang="en-US" sz="2000" dirty="0">
                <a:solidFill>
                  <a:schemeClr val="bg1"/>
                </a:solidFill>
              </a:rPr>
              <a:t> 2025 my favorite experience</a:t>
            </a:r>
            <a:r>
              <a:rPr lang="en-US" sz="2000" dirty="0"/>
              <a:t>.</a:t>
            </a:r>
            <a:endParaRPr lang="en-US" sz="2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246</Words>
  <Application>Microsoft Office PowerPoint</Application>
  <PresentationFormat>On-screen Show (16:9)</PresentationFormat>
  <Paragraphs>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Inter</vt:lpstr>
      <vt:lpstr>Simple Light</vt:lpstr>
      <vt:lpstr>HEALTHTECH</vt:lpstr>
      <vt:lpstr>PowerPoint Presentation</vt:lpstr>
      <vt:lpstr>Problem Statement</vt:lpstr>
      <vt:lpstr>Solution</vt:lpstr>
      <vt:lpstr>PowerPoint Presentation</vt:lpstr>
      <vt:lpstr>PowerPoint Presentation</vt:lpstr>
      <vt:lpstr>PowerPoint Presentation</vt:lpstr>
      <vt:lpstr>PowerPoint Presentation</vt:lpstr>
      <vt:lpstr>Business Model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HEALTHTECH</dc:title>
  <cp:lastModifiedBy>Mayur Kolekar</cp:lastModifiedBy>
  <cp:revision>8</cp:revision>
  <dcterms:modified xsi:type="dcterms:W3CDTF">2025-11-29T06:52:56Z</dcterms:modified>
</cp:coreProperties>
</file>